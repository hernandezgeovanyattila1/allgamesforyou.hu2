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64" r:id="rId4"/>
    <p:sldId id="265" r:id="rId5"/>
    <p:sldId id="266" r:id="rId6"/>
    <p:sldId id="268" r:id="rId7"/>
    <p:sldId id="269" r:id="rId8"/>
    <p:sldId id="270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EFFF"/>
    <a:srgbClr val="434356"/>
    <a:srgbClr val="4C216D"/>
    <a:srgbClr val="F3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27352-F2C5-47FC-B91E-E5F0CFA42799}" type="datetimeFigureOut">
              <a:rPr lang="hu-HU" smtClean="0"/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75908-8302-4E62-89B6-5F1B406EB21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27352-F2C5-47FC-B91E-E5F0CFA42799}" type="datetimeFigureOut">
              <a:rPr lang="hu-HU" smtClean="0"/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75908-8302-4E62-89B6-5F1B406EB21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27352-F2C5-47FC-B91E-E5F0CFA42799}" type="datetimeFigureOut">
              <a:rPr lang="hu-HU" smtClean="0"/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75908-8302-4E62-89B6-5F1B406EB21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27352-F2C5-47FC-B91E-E5F0CFA42799}" type="datetimeFigureOut">
              <a:rPr lang="hu-HU" smtClean="0"/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75908-8302-4E62-89B6-5F1B406EB21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6" name="Tartalom helye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27352-F2C5-47FC-B91E-E5F0CFA42799}" type="datetimeFigureOut">
              <a:rPr lang="hu-HU" smtClean="0"/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75908-8302-4E62-89B6-5F1B406EB21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27352-F2C5-47FC-B91E-E5F0CFA42799}" type="datetimeFigureOut">
              <a:rPr lang="hu-HU" smtClean="0"/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75908-8302-4E62-89B6-5F1B406EB21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27352-F2C5-47FC-B91E-E5F0CFA42799}" type="datetimeFigureOut">
              <a:rPr lang="hu-HU" smtClean="0"/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75908-8302-4E62-89B6-5F1B406EB21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27352-F2C5-47FC-B91E-E5F0CFA42799}" type="datetimeFigureOut">
              <a:rPr lang="hu-HU" smtClean="0"/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75908-8302-4E62-89B6-5F1B406EB21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27352-F2C5-47FC-B91E-E5F0CFA42799}" type="datetimeFigureOut">
              <a:rPr lang="hu-HU" smtClean="0"/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75908-8302-4E62-89B6-5F1B406EB21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27352-F2C5-47FC-B91E-E5F0CFA42799}" type="datetimeFigureOut">
              <a:rPr lang="hu-HU" smtClean="0"/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75908-8302-4E62-89B6-5F1B406EB21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27352-F2C5-47FC-B91E-E5F0CFA42799}" type="datetimeFigureOut">
              <a:rPr lang="hu-HU" smtClean="0"/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75908-8302-4E62-89B6-5F1B406EB21C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7FF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27352-F2C5-47FC-B91E-E5F0CFA42799}" type="datetimeFigureOut">
              <a:rPr lang="hu-HU" smtClean="0"/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75908-8302-4E62-89B6-5F1B406EB21C}" type="slidenum">
              <a:rPr lang="hu-HU" smtClean="0"/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6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5.jpeg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hyperlink" Target="https://github.com/HernandezGeovanyAttila1/allgamesforyou.hu2" TargetMode="External"/><Relationship Id="rId2" Type="http://schemas.openxmlformats.org/officeDocument/2006/relationships/hyperlink" Target="http://allgamesforyou.hu/" TargetMode="Externa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 descr="Laptop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3643" y="2279374"/>
            <a:ext cx="4324714" cy="32157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 descr="Laptop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7009" y="1529622"/>
            <a:ext cx="5317981" cy="4128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 descr="Laptop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748" y="-592223"/>
            <a:ext cx="10358504" cy="8042445"/>
          </a:xfrm>
          <a:prstGeom prst="rect">
            <a:avLst/>
          </a:prstGeom>
        </p:spPr>
      </p:pic>
      <p:sp>
        <p:nvSpPr>
          <p:cNvPr id="4" name="Szövegdoboz 3"/>
          <p:cNvSpPr txBox="1"/>
          <p:nvPr/>
        </p:nvSpPr>
        <p:spPr>
          <a:xfrm>
            <a:off x="2845904" y="2028591"/>
            <a:ext cx="65001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000" dirty="0">
                <a:solidFill>
                  <a:srgbClr val="F7EFFF"/>
                </a:solidFill>
                <a:latin typeface="Arial Black" panose="020B0A04020102020204" pitchFamily="34" charset="0"/>
              </a:rPr>
              <a:t>Vizsgaremek </a:t>
            </a:r>
            <a:br>
              <a:rPr lang="hu-HU" sz="4000" dirty="0">
                <a:solidFill>
                  <a:srgbClr val="F7EFFF"/>
                </a:solidFill>
                <a:latin typeface="Arial Black" panose="020B0A04020102020204" pitchFamily="34" charset="0"/>
              </a:rPr>
            </a:br>
            <a:r>
              <a:rPr lang="hu-HU" sz="4000" dirty="0">
                <a:solidFill>
                  <a:srgbClr val="F7EFFF"/>
                </a:solidFill>
                <a:latin typeface="Arial Black" panose="020B0A04020102020204" pitchFamily="34" charset="0"/>
              </a:rPr>
              <a:t>– </a:t>
            </a:r>
            <a:br>
              <a:rPr lang="hu-HU" sz="4000" dirty="0">
                <a:solidFill>
                  <a:srgbClr val="F7EFFF"/>
                </a:solidFill>
                <a:latin typeface="Arial Black" panose="020B0A04020102020204" pitchFamily="34" charset="0"/>
              </a:rPr>
            </a:br>
            <a:r>
              <a:rPr lang="hu-HU" sz="4000" dirty="0">
                <a:solidFill>
                  <a:srgbClr val="F7EFFF"/>
                </a:solidFill>
                <a:latin typeface="Arial Black" panose="020B0A04020102020204" pitchFamily="34" charset="0"/>
              </a:rPr>
              <a:t>allgamesforyou.hu</a:t>
            </a:r>
            <a:endParaRPr lang="hu-HU" sz="4000" dirty="0">
              <a:solidFill>
                <a:srgbClr val="F7E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 descr="Laptop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930943" y="-7699484"/>
            <a:ext cx="30053885" cy="23334133"/>
          </a:xfrm>
          <a:prstGeom prst="rect">
            <a:avLst/>
          </a:prstGeom>
        </p:spPr>
      </p:pic>
      <p:sp>
        <p:nvSpPr>
          <p:cNvPr id="4" name="Szövegdoboz 3"/>
          <p:cNvSpPr txBox="1"/>
          <p:nvPr/>
        </p:nvSpPr>
        <p:spPr>
          <a:xfrm>
            <a:off x="-8930944" y="-5840362"/>
            <a:ext cx="3005388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0000" dirty="0">
                <a:solidFill>
                  <a:srgbClr val="F7EFFF"/>
                </a:solidFill>
                <a:latin typeface="Arial Black" panose="020B0A04020102020204" pitchFamily="34" charset="0"/>
              </a:rPr>
              <a:t>Vizsgaremek </a:t>
            </a:r>
            <a:br>
              <a:rPr lang="hu-HU" sz="10000" dirty="0">
                <a:solidFill>
                  <a:srgbClr val="F7EFFF"/>
                </a:solidFill>
                <a:latin typeface="Arial Black" panose="020B0A04020102020204" pitchFamily="34" charset="0"/>
              </a:rPr>
            </a:br>
            <a:r>
              <a:rPr lang="hu-HU" sz="10000" dirty="0">
                <a:solidFill>
                  <a:srgbClr val="F7EFFF"/>
                </a:solidFill>
                <a:latin typeface="Arial Black" panose="020B0A04020102020204" pitchFamily="34" charset="0"/>
              </a:rPr>
              <a:t>– </a:t>
            </a:r>
            <a:br>
              <a:rPr lang="hu-HU" sz="10000" dirty="0">
                <a:solidFill>
                  <a:srgbClr val="F7EFFF"/>
                </a:solidFill>
                <a:latin typeface="Arial Black" panose="020B0A04020102020204" pitchFamily="34" charset="0"/>
              </a:rPr>
            </a:br>
            <a:r>
              <a:rPr lang="hu-HU" sz="10000" dirty="0">
                <a:solidFill>
                  <a:srgbClr val="F7EFFF"/>
                </a:solidFill>
                <a:latin typeface="Arial Black" panose="020B0A04020102020204" pitchFamily="34" charset="0"/>
              </a:rPr>
              <a:t>allgamesforyou.hu</a:t>
            </a:r>
            <a:endParaRPr lang="hu-HU" sz="10000" dirty="0">
              <a:solidFill>
                <a:srgbClr val="F7E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advTm="0">
        <p159:morph option="byObject"/>
      </p:transition>
    </mc:Choice>
    <mc:Fallback>
      <p:transition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4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allgamesforyou.hu/imgandgifs/catlogo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465697"/>
            <a:ext cx="5181600" cy="347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artalom helye 9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rgbClr val="F7EFFF"/>
                </a:solidFill>
              </a:rPr>
              <a:t>Mobilon is kompatibilis</a:t>
            </a:r>
            <a:endParaRPr lang="hu-HU" sz="3600" dirty="0">
              <a:solidFill>
                <a:srgbClr val="F7EFFF"/>
              </a:solidFill>
            </a:endParaRPr>
          </a:p>
          <a:p>
            <a:pPr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rgbClr val="F7EFFF"/>
                </a:solidFill>
              </a:rPr>
              <a:t>Ingyenes játék keresés és vélemény megosztó felület</a:t>
            </a:r>
            <a:endParaRPr lang="hu-HU" sz="3600" dirty="0">
              <a:solidFill>
                <a:srgbClr val="F7EFFF"/>
              </a:solidFill>
            </a:endParaRPr>
          </a:p>
          <a:p>
            <a:pPr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rgbClr val="F7EFFF"/>
                </a:solidFill>
              </a:rPr>
              <a:t>Gyors, egyszerű , tiszta és átlátható a stílusa</a:t>
            </a:r>
            <a:endParaRPr lang="hu-HU" sz="3600" dirty="0">
              <a:solidFill>
                <a:srgbClr val="F7EFFF"/>
              </a:solidFill>
            </a:endParaRPr>
          </a:p>
          <a:p>
            <a:endParaRPr lang="hu-HU" dirty="0"/>
          </a:p>
        </p:txBody>
      </p:sp>
      <p:pic>
        <p:nvPicPr>
          <p:cNvPr id="1026" name="Picture 2" descr="1980S Texture Images – Browse 91,347 Stock Photos, Vectors, and Video |  Adobe Stock"/>
          <p:cNvPicPr>
            <a:picLocks noChangeAspect="1" noChangeArrowheads="1"/>
          </p:cNvPicPr>
          <p:nvPr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7024" y="-449691"/>
            <a:ext cx="12407318" cy="808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zövegdoboz 1"/>
          <p:cNvSpPr txBox="1"/>
          <p:nvPr/>
        </p:nvSpPr>
        <p:spPr>
          <a:xfrm>
            <a:off x="606751" y="388649"/>
            <a:ext cx="7981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rgbClr val="F7EFFF"/>
                </a:solidFill>
                <a:latin typeface="Arial Black" panose="020B0A04020102020204" pitchFamily="34" charset="0"/>
              </a:rPr>
              <a:t>Témakör</a:t>
            </a:r>
            <a:r>
              <a:rPr lang="hu-HU" sz="3200" dirty="0">
                <a:solidFill>
                  <a:srgbClr val="F7EFFF"/>
                </a:solidFill>
              </a:rPr>
              <a:t> </a:t>
            </a:r>
            <a:r>
              <a:rPr lang="hu-HU" sz="3200" dirty="0">
                <a:solidFill>
                  <a:srgbClr val="F7EFFF"/>
                </a:solidFill>
                <a:latin typeface="Arial Black" panose="020B0A04020102020204" pitchFamily="34" charset="0"/>
              </a:rPr>
              <a:t>választás indoklása</a:t>
            </a:r>
            <a:endParaRPr lang="hu-HU" sz="3200" dirty="0">
              <a:solidFill>
                <a:srgbClr val="F7E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4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7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77134">
            <a:off x="764864" y="1467068"/>
            <a:ext cx="4690929" cy="285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88982">
            <a:off x="205322" y="4160820"/>
            <a:ext cx="2273198" cy="227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54753">
            <a:off x="2301186" y="3631075"/>
            <a:ext cx="2273197" cy="227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File:XAMPP Logo.png - Wikimedia Comm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8360">
            <a:off x="4355927" y="4717920"/>
            <a:ext cx="1833043" cy="185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61280">
            <a:off x="6259417" y="2101195"/>
            <a:ext cx="1576334" cy="154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6" descr="File:Windows logo - 2012.svg - Wikimedia Common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71759">
            <a:off x="7155973" y="4147023"/>
            <a:ext cx="1546250" cy="154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 descr="Github Logo - Free social media icon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0623">
            <a:off x="9154180" y="2765164"/>
            <a:ext cx="1747821" cy="1747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zövegdoboz 3"/>
          <p:cNvSpPr txBox="1"/>
          <p:nvPr/>
        </p:nvSpPr>
        <p:spPr>
          <a:xfrm>
            <a:off x="598205" y="246842"/>
            <a:ext cx="6256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rgbClr val="F7EFFF"/>
                </a:solidFill>
                <a:latin typeface="Arial Black" panose="020B0A04020102020204" pitchFamily="34" charset="0"/>
              </a:rPr>
              <a:t>Fejlesztési eszközök</a:t>
            </a:r>
            <a:endParaRPr lang="hu-HU" sz="2800" dirty="0">
              <a:solidFill>
                <a:srgbClr val="F7EFFF"/>
              </a:solidFill>
            </a:endParaRPr>
          </a:p>
        </p:txBody>
      </p:sp>
      <p:sp>
        <p:nvSpPr>
          <p:cNvPr id="6" name="Szövegdoboz 5"/>
          <p:cNvSpPr txBox="1"/>
          <p:nvPr/>
        </p:nvSpPr>
        <p:spPr>
          <a:xfrm>
            <a:off x="1963270" y="1073887"/>
            <a:ext cx="3101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rgbClr val="F7EFFF"/>
                </a:solidFill>
              </a:rPr>
              <a:t>Weboldal</a:t>
            </a:r>
            <a:endParaRPr lang="hu-HU" sz="3600" dirty="0">
              <a:solidFill>
                <a:srgbClr val="F7EFFF"/>
              </a:solidFill>
            </a:endParaRPr>
          </a:p>
        </p:txBody>
      </p:sp>
      <p:sp>
        <p:nvSpPr>
          <p:cNvPr id="15" name="Szövegdoboz 14"/>
          <p:cNvSpPr txBox="1"/>
          <p:nvPr/>
        </p:nvSpPr>
        <p:spPr>
          <a:xfrm>
            <a:off x="7341697" y="1092221"/>
            <a:ext cx="40560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dirty="0">
                <a:solidFill>
                  <a:srgbClr val="F7EFFF"/>
                </a:solidFill>
              </a:rPr>
              <a:t>Környezet</a:t>
            </a:r>
            <a:endParaRPr lang="hu-HU" sz="4000" dirty="0">
              <a:solidFill>
                <a:srgbClr val="F7EFFF"/>
              </a:solidFill>
            </a:endParaRPr>
          </a:p>
        </p:txBody>
      </p:sp>
      <p:pic>
        <p:nvPicPr>
          <p:cNvPr id="1026" name="Picture 2" descr="1980S Texture Images – Browse 91,347 Stock Photos, Vectors, and Video |  Adobe Stock"/>
          <p:cNvPicPr>
            <a:picLocks noChangeAspect="1" noChangeArrowheads="1"/>
          </p:cNvPicPr>
          <p:nvPr/>
        </p:nvPicPr>
        <p:blipFill>
          <a:blip r:embed="rId8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003" y="-288401"/>
            <a:ext cx="12407318" cy="808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99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9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59"/>
                            </p:stCondLst>
                            <p:childTnLst>
                              <p:par>
                                <p:cTn id="1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59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59"/>
                            </p:stCondLst>
                            <p:childTnLst>
                              <p:par>
                                <p:cTn id="2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59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59"/>
                            </p:stCondLst>
                            <p:childTnLst>
                              <p:par>
                                <p:cTn id="2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59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59"/>
                            </p:stCondLst>
                            <p:childTnLst>
                              <p:par>
                                <p:cTn id="3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59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744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744"/>
                            </p:stCondLst>
                            <p:childTnLst>
                              <p:par>
                                <p:cTn id="4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244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244"/>
                            </p:stCondLst>
                            <p:childTnLst>
                              <p:par>
                                <p:cTn id="52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744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744"/>
                            </p:stCondLst>
                            <p:childTnLst>
                              <p:par>
                                <p:cTn id="5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6" grpId="1"/>
      <p:bldP spid="15" grpId="0"/>
      <p:bldP spid="1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4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sz="half" idx="2"/>
          </p:nvPr>
        </p:nvSpPr>
        <p:spPr>
          <a:xfrm>
            <a:off x="6096000" y="6994525"/>
            <a:ext cx="5181600" cy="4351338"/>
          </a:xfrm>
        </p:spPr>
        <p:txBody>
          <a:bodyPr>
            <a:normAutofit fontScale="25000" lnSpcReduction="20000"/>
          </a:bodyPr>
          <a:lstStyle/>
          <a:p>
            <a:endParaRPr lang="hu-HU" dirty="0"/>
          </a:p>
        </p:txBody>
      </p:sp>
      <p:sp>
        <p:nvSpPr>
          <p:cNvPr id="4" name="Szövegdoboz 3"/>
          <p:cNvSpPr txBox="1"/>
          <p:nvPr/>
        </p:nvSpPr>
        <p:spPr>
          <a:xfrm>
            <a:off x="300675" y="157817"/>
            <a:ext cx="6256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rgbClr val="F7EFFF"/>
                </a:solidFill>
                <a:latin typeface="Arial Black" panose="020B0A04020102020204" pitchFamily="34" charset="0"/>
              </a:rPr>
              <a:t>Adatbázis</a:t>
            </a:r>
            <a:endParaRPr lang="hu-HU" sz="2800" dirty="0">
              <a:solidFill>
                <a:srgbClr val="F7EFFF"/>
              </a:solidFill>
            </a:endParaRPr>
          </a:p>
        </p:txBody>
      </p:sp>
      <p:sp>
        <p:nvSpPr>
          <p:cNvPr id="2" name="Tartalom helye 1"/>
          <p:cNvSpPr>
            <a:spLocks noGrp="1"/>
          </p:cNvSpPr>
          <p:nvPr>
            <p:ph sz="half" idx="1"/>
          </p:nvPr>
        </p:nvSpPr>
        <p:spPr>
          <a:xfrm>
            <a:off x="1079500" y="8149751"/>
            <a:ext cx="5181600" cy="135412"/>
          </a:xfrm>
        </p:spPr>
        <p:txBody>
          <a:bodyPr>
            <a:normAutofit fontScale="25000" lnSpcReduction="20000"/>
          </a:bodyPr>
          <a:lstStyle/>
          <a:p>
            <a:r>
              <a:rPr lang="hu-HU" sz="2800"/>
              <a:t>Környezet</a:t>
            </a:r>
            <a:endParaRPr lang="hu-HU" dirty="0"/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3886" y="1"/>
            <a:ext cx="13444086" cy="755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1980S Texture Images – Browse 91,347 Stock Photos, Vectors, and Video |  Adobe Stock"/>
          <p:cNvPicPr>
            <a:picLocks noChangeAspect="1" noChangeArrowheads="1"/>
          </p:cNvPicPr>
          <p:nvPr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7024" y="-192005"/>
            <a:ext cx="12407318" cy="808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84530" y="1131570"/>
            <a:ext cx="11196955" cy="5441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4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sz="half" idx="2"/>
          </p:nvPr>
        </p:nvSpPr>
        <p:spPr>
          <a:xfrm>
            <a:off x="6096000" y="6994525"/>
            <a:ext cx="5181600" cy="4351338"/>
          </a:xfrm>
        </p:spPr>
        <p:txBody>
          <a:bodyPr>
            <a:normAutofit fontScale="25000" lnSpcReduction="20000"/>
          </a:bodyPr>
          <a:lstStyle/>
          <a:p>
            <a:endParaRPr lang="hu-HU" dirty="0"/>
          </a:p>
        </p:txBody>
      </p:sp>
      <p:sp>
        <p:nvSpPr>
          <p:cNvPr id="4" name="Szövegdoboz 3"/>
          <p:cNvSpPr txBox="1"/>
          <p:nvPr/>
        </p:nvSpPr>
        <p:spPr>
          <a:xfrm>
            <a:off x="300675" y="157817"/>
            <a:ext cx="6256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rgbClr val="F7EFFF"/>
                </a:solidFill>
                <a:latin typeface="Arial Black" panose="020B0A04020102020204" pitchFamily="34" charset="0"/>
              </a:rPr>
              <a:t>Belépési algoritmus az oldalon</a:t>
            </a:r>
            <a:endParaRPr lang="hu-HU" sz="2800" dirty="0">
              <a:solidFill>
                <a:srgbClr val="F7EFFF"/>
              </a:solidFill>
            </a:endParaRPr>
          </a:p>
        </p:txBody>
      </p:sp>
      <p:sp>
        <p:nvSpPr>
          <p:cNvPr id="2" name="Tartalom helye 1"/>
          <p:cNvSpPr>
            <a:spLocks noGrp="1"/>
          </p:cNvSpPr>
          <p:nvPr>
            <p:ph sz="half" idx="1"/>
          </p:nvPr>
        </p:nvSpPr>
        <p:spPr>
          <a:xfrm>
            <a:off x="1079500" y="8149751"/>
            <a:ext cx="5181600" cy="135412"/>
          </a:xfrm>
        </p:spPr>
        <p:txBody>
          <a:bodyPr>
            <a:normAutofit fontScale="25000" lnSpcReduction="20000"/>
          </a:bodyPr>
          <a:lstStyle/>
          <a:p>
            <a:r>
              <a:rPr lang="hu-HU" sz="2800"/>
              <a:t>Környezet</a:t>
            </a:r>
            <a:endParaRPr lang="hu-HU" dirty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5500" y="157817"/>
            <a:ext cx="13868399" cy="7043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5" y="1375693"/>
            <a:ext cx="11510325" cy="4775179"/>
          </a:xfrm>
          <a:prstGeom prst="rect">
            <a:avLst/>
          </a:prstGeom>
        </p:spPr>
      </p:pic>
      <p:pic>
        <p:nvPicPr>
          <p:cNvPr id="1026" name="Picture 2" descr="1980S Texture Images – Browse 91,347 Stock Photos, Vectors, and Video |  Adobe Stock"/>
          <p:cNvPicPr>
            <a:picLocks noChangeAspect="1" noChangeArrowheads="1"/>
          </p:cNvPicPr>
          <p:nvPr/>
        </p:nvPicPr>
        <p:blipFill>
          <a:blip r:embed="rId3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7025" y="-281305"/>
            <a:ext cx="12407318" cy="808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99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4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sz="half" idx="2"/>
          </p:nvPr>
        </p:nvSpPr>
        <p:spPr>
          <a:xfrm>
            <a:off x="6096000" y="6994525"/>
            <a:ext cx="5181600" cy="4351338"/>
          </a:xfrm>
        </p:spPr>
        <p:txBody>
          <a:bodyPr>
            <a:normAutofit fontScale="25000" lnSpcReduction="20000"/>
          </a:bodyPr>
          <a:lstStyle/>
          <a:p>
            <a:endParaRPr lang="hu-HU" dirty="0"/>
          </a:p>
        </p:txBody>
      </p:sp>
      <p:sp>
        <p:nvSpPr>
          <p:cNvPr id="4" name="Szövegdoboz 3"/>
          <p:cNvSpPr txBox="1"/>
          <p:nvPr/>
        </p:nvSpPr>
        <p:spPr>
          <a:xfrm>
            <a:off x="300675" y="157817"/>
            <a:ext cx="6256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rgbClr val="F7EFFF"/>
                </a:solidFill>
                <a:latin typeface="Arial Black" panose="020B0A04020102020204" pitchFamily="34" charset="0"/>
              </a:rPr>
              <a:t>Játék felöltés</a:t>
            </a:r>
            <a:endParaRPr lang="hu-HU" sz="2800" dirty="0">
              <a:solidFill>
                <a:srgbClr val="F7EFFF"/>
              </a:solidFill>
            </a:endParaRPr>
          </a:p>
        </p:txBody>
      </p:sp>
      <p:sp>
        <p:nvSpPr>
          <p:cNvPr id="2" name="Tartalom helye 1"/>
          <p:cNvSpPr>
            <a:spLocks noGrp="1"/>
          </p:cNvSpPr>
          <p:nvPr>
            <p:ph sz="half" idx="1"/>
          </p:nvPr>
        </p:nvSpPr>
        <p:spPr>
          <a:xfrm>
            <a:off x="1750459" y="8170742"/>
            <a:ext cx="5181600" cy="135412"/>
          </a:xfrm>
        </p:spPr>
        <p:txBody>
          <a:bodyPr>
            <a:normAutofit fontScale="25000" lnSpcReduction="20000"/>
          </a:bodyPr>
          <a:lstStyle/>
          <a:p>
            <a:r>
              <a:rPr lang="hu-HU" sz="2800"/>
              <a:t>Környezet</a:t>
            </a:r>
            <a:endParaRPr lang="hu-H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3885" y="357142"/>
            <a:ext cx="6509886" cy="63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41" y="1409700"/>
            <a:ext cx="5112395" cy="4457700"/>
          </a:xfrm>
          <a:prstGeom prst="rect">
            <a:avLst/>
          </a:prstGeom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558" y="1372915"/>
            <a:ext cx="5633583" cy="5485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Kép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346" y="2418843"/>
            <a:ext cx="4660607" cy="3553321"/>
          </a:xfrm>
          <a:prstGeom prst="rect">
            <a:avLst/>
          </a:prstGeom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120" y="-723265"/>
            <a:ext cx="4879975" cy="8447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Tartalom hely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520" y="680720"/>
            <a:ext cx="4066540" cy="5916930"/>
          </a:xfrm>
          <a:prstGeom prst="rect">
            <a:avLst/>
          </a:prstGeom>
        </p:spPr>
      </p:pic>
      <p:pic>
        <p:nvPicPr>
          <p:cNvPr id="1026" name="Picture 2" descr="1980S Texture Images – Browse 91,347 Stock Photos, Vectors, and Video |  Adobe Stock"/>
          <p:cNvPicPr>
            <a:picLocks noChangeAspect="1" noChangeArrowheads="1"/>
          </p:cNvPicPr>
          <p:nvPr/>
        </p:nvPicPr>
        <p:blipFill>
          <a:blip r:embed="rId5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4974" y="-95280"/>
            <a:ext cx="12407318" cy="808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4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sz="half" idx="2"/>
          </p:nvPr>
        </p:nvSpPr>
        <p:spPr>
          <a:xfrm>
            <a:off x="6096000" y="6994525"/>
            <a:ext cx="5181600" cy="4351338"/>
          </a:xfrm>
        </p:spPr>
        <p:txBody>
          <a:bodyPr>
            <a:normAutofit fontScale="25000" lnSpcReduction="20000"/>
          </a:bodyPr>
          <a:lstStyle/>
          <a:p>
            <a:endParaRPr lang="hu-HU" dirty="0"/>
          </a:p>
        </p:txBody>
      </p:sp>
      <p:sp>
        <p:nvSpPr>
          <p:cNvPr id="4" name="Szövegdoboz 3"/>
          <p:cNvSpPr txBox="1"/>
          <p:nvPr/>
        </p:nvSpPr>
        <p:spPr>
          <a:xfrm>
            <a:off x="251937" y="1279250"/>
            <a:ext cx="6256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dirty="0">
                <a:solidFill>
                  <a:srgbClr val="F7EFFF"/>
                </a:solidFill>
                <a:latin typeface="Arial Black" panose="020B0A04020102020204" pitchFamily="34" charset="0"/>
              </a:rPr>
              <a:t>Oldal megtekintése</a:t>
            </a:r>
            <a:endParaRPr lang="hu-HU" sz="4000" dirty="0">
              <a:solidFill>
                <a:srgbClr val="F7EFFF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artalom helye 1"/>
          <p:cNvSpPr>
            <a:spLocks noGrp="1"/>
          </p:cNvSpPr>
          <p:nvPr>
            <p:ph sz="half" idx="1"/>
          </p:nvPr>
        </p:nvSpPr>
        <p:spPr>
          <a:xfrm>
            <a:off x="1750459" y="8170742"/>
            <a:ext cx="5181600" cy="135412"/>
          </a:xfrm>
        </p:spPr>
        <p:txBody>
          <a:bodyPr>
            <a:normAutofit fontScale="25000" lnSpcReduction="20000"/>
          </a:bodyPr>
          <a:lstStyle/>
          <a:p>
            <a:r>
              <a:rPr lang="hu-HU" sz="2800"/>
              <a:t>Környezet</a:t>
            </a:r>
            <a:endParaRPr lang="hu-HU" dirty="0"/>
          </a:p>
        </p:txBody>
      </p:sp>
      <p:pic>
        <p:nvPicPr>
          <p:cNvPr id="1026" name="Picture 2" descr="1980S Texture Images – Browse 91,347 Stock Photos, Vectors, and Video |  Adobe Stock"/>
          <p:cNvPicPr>
            <a:picLocks noChangeAspect="1" noChangeArrowheads="1"/>
          </p:cNvPicPr>
          <p:nvPr/>
        </p:nvPicPr>
        <p:blipFill>
          <a:blip r:embed="rId1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" y="-1094060"/>
            <a:ext cx="12407318" cy="808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doboz 4"/>
          <p:cNvSpPr txBox="1"/>
          <p:nvPr/>
        </p:nvSpPr>
        <p:spPr>
          <a:xfrm>
            <a:off x="251937" y="2948562"/>
            <a:ext cx="116881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rgbClr val="F7EFFF"/>
                </a:solidFill>
              </a:rPr>
              <a:t>A szoftver megtekintése: </a:t>
            </a:r>
            <a:r>
              <a:rPr lang="hu-HU" sz="3200" dirty="0">
                <a:solidFill>
                  <a:srgbClr val="F7EFFF"/>
                </a:solidFill>
                <a:hlinkClick r:id="rId2"/>
              </a:rPr>
              <a:t>http://allgamesforyou.hu/</a:t>
            </a:r>
            <a:endParaRPr lang="hu-HU" sz="3200" dirty="0">
              <a:solidFill>
                <a:srgbClr val="F7EFFF"/>
              </a:solidFill>
            </a:endParaRPr>
          </a:p>
          <a:p>
            <a:r>
              <a:rPr lang="hu-HU" sz="3200" dirty="0">
                <a:solidFill>
                  <a:srgbClr val="F7EFFF"/>
                </a:solidFill>
              </a:rPr>
              <a:t>A kód megtekintése: </a:t>
            </a:r>
            <a:r>
              <a:rPr lang="hu-HU" sz="3200" dirty="0">
                <a:solidFill>
                  <a:srgbClr val="F7EFFF"/>
                </a:solidFill>
                <a:hlinkClick r:id="rId3"/>
              </a:rPr>
              <a:t>https://github.com/HernandezGeovanyAttila1/allgamesforyou.hu2</a:t>
            </a:r>
            <a:endParaRPr lang="hu-HU" sz="3200" dirty="0">
              <a:solidFill>
                <a:srgbClr val="F7E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9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6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WPS Presentation</Application>
  <PresentationFormat>Szélesvásznú</PresentationFormat>
  <Paragraphs>36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Arial Black</vt:lpstr>
      <vt:lpstr>Microsoft YaHei</vt:lpstr>
      <vt:lpstr>Arial Unicode MS</vt:lpstr>
      <vt:lpstr>Calibri Light</vt:lpstr>
      <vt:lpstr>Calibri</vt:lpstr>
      <vt:lpstr>Office-téma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Games For You</dc:title>
  <dc:creator>Bodnár Krisztina</dc:creator>
  <cp:lastModifiedBy>Krisz</cp:lastModifiedBy>
  <cp:revision>38</cp:revision>
  <dcterms:created xsi:type="dcterms:W3CDTF">2026-04-14T11:45:00Z</dcterms:created>
  <dcterms:modified xsi:type="dcterms:W3CDTF">2026-05-14T10:46:58Z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1033-12.1.0.26369</vt:lpwstr>
  </property>
  <property fmtid="{D5CDD505-2E9C-101B-9397-08002B2CF9AE}" pid="3" name="ICV">
    <vt:lpwstr>9F067BBB16EC4CC08FE9869F1F725EFA_12</vt:lpwstr>
  </property>
</Properties>
</file>