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C216D"/>
    <a:srgbClr val="F7EFFF"/>
    <a:srgbClr val="F3E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60" d="100"/>
          <a:sy n="60" d="100"/>
        </p:scale>
        <p:origin x="72" y="1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C988B9A-D60C-4C47-9652-F460B6BBFB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D78C09FC-DC36-4D42-A99E-0B7716DA51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9518AE3-C19E-4E17-B3F5-D57193BAC4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527352-F2C5-47FC-B91E-E5F0CFA42799}" type="datetimeFigureOut">
              <a:rPr lang="hu-HU" smtClean="0"/>
              <a:t>2026.04.17.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B46F21E4-D5C6-4171-A3CF-8A9F88358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45E816D-9464-4A30-BEAF-0F2D39E34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A75908-8302-4E62-89B6-5F1B406EB21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375967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82A3860-D108-479C-A3CA-40A08BC3E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FCF0FC2-02EB-4F68-B37F-CDD56AB022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8FA6A79-D433-4587-9EB7-25FD21F786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527352-F2C5-47FC-B91E-E5F0CFA42799}" type="datetimeFigureOut">
              <a:rPr lang="hu-HU" smtClean="0"/>
              <a:t>2026.04.17.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E522FEC-8C30-42FF-9C2E-B66D922330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1E56D50-B139-481A-9F8F-ECF85A0A6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A75908-8302-4E62-89B6-5F1B406EB21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288345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89E0D9C-B5CA-4F73-9F6C-EA782A5A3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626FF0D-9B32-47BF-B895-52177C18E2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D17606E-A3DD-40EF-ACBC-48354B721F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527352-F2C5-47FC-B91E-E5F0CFA42799}" type="datetimeFigureOut">
              <a:rPr lang="hu-HU" smtClean="0"/>
              <a:t>2026.04.17.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926A18B-3A64-48A2-987E-B55D07FA12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95B9F47-17C8-426D-83BA-130495AF9D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A75908-8302-4E62-89B6-5F1B406EB21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594228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7AE3C7C-C9FE-40BF-AB9D-27DB0F800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1C40C6D-D69A-43EA-A492-CF8B9066A5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783BEC89-8BFE-4EE1-B0A2-D7D73A14F5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064AC859-A684-4153-9C79-DA5F0FB697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527352-F2C5-47FC-B91E-E5F0CFA42799}" type="datetimeFigureOut">
              <a:rPr lang="hu-HU" smtClean="0"/>
              <a:t>2026.04.17.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6D18B843-44CC-4571-A5E4-3AE834097A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0CF8C909-74CC-4821-97FC-A145E09F5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A75908-8302-4E62-89B6-5F1B406EB21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64197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EF729A3-DB9D-44FE-8119-F763094A58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2001D4BB-5193-45DD-9E6D-E4B9A2A448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98C5D7B6-D99D-448F-84AA-2BC052C24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7B66592F-5F1B-4FF0-8186-BF92989CD8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203BB77E-6CF5-49C7-BE81-AF72604748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F46DC3EA-5C23-4594-89A3-1505BDD7F0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527352-F2C5-47FC-B91E-E5F0CFA42799}" type="datetimeFigureOut">
              <a:rPr lang="hu-HU" smtClean="0"/>
              <a:t>2026.04.17.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515CB87B-A9C2-4C6B-B9BD-4BB964F8A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672F0C67-4B38-40EE-9012-852DE0A8AE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A75908-8302-4E62-89B6-5F1B406EB21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009927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00AACCD-F7D2-4A76-9C03-F5706ADD6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36E98C27-491D-4ECD-B527-B52FEAF2C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527352-F2C5-47FC-B91E-E5F0CFA42799}" type="datetimeFigureOut">
              <a:rPr lang="hu-HU" smtClean="0"/>
              <a:t>2026.04.17.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59C342A0-7A8C-4D30-A042-1CF08EA01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52A66BC5-58C9-42CE-B5C0-67E73F4E1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A75908-8302-4E62-89B6-5F1B406EB21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046818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FACE655D-A5DD-4292-AB36-5691C1D8B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527352-F2C5-47FC-B91E-E5F0CFA42799}" type="datetimeFigureOut">
              <a:rPr lang="hu-HU" smtClean="0"/>
              <a:t>2026.04.17.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B74AC6ED-3F68-4B79-BED9-ECBE2537D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F837A0C0-27B5-42C5-9F0E-3A286EAB6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A75908-8302-4E62-89B6-5F1B406EB21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487560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9EF3F2A-6F05-4472-B13B-DD8A0E510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2C7FF6F-B2FF-4539-B6D4-F06F17DE5A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02845F58-BD24-48E7-98F3-0C7945AF3F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556C450C-D307-483C-910A-13D6104E3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527352-F2C5-47FC-B91E-E5F0CFA42799}" type="datetimeFigureOut">
              <a:rPr lang="hu-HU" smtClean="0"/>
              <a:t>2026.04.17.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35CCC756-A174-42F1-994D-CEFEF62E78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015DCFD6-0122-46C1-BF4C-9D8103AA7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A75908-8302-4E62-89B6-5F1B406EB21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393011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C047F3D-FEC8-49EE-B679-011760FDA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238648E3-4F21-4FB1-AD43-36570E36E0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F2D1AA26-3AC9-4C0A-BC65-600EFD17C6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6FAB66F0-C1A4-4B7E-AD28-919B53ACD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527352-F2C5-47FC-B91E-E5F0CFA42799}" type="datetimeFigureOut">
              <a:rPr lang="hu-HU" smtClean="0"/>
              <a:t>2026.04.17.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9E6E5AA-8E00-4672-9270-F420B321ED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30EC5E9-908D-40CA-8D66-14A2981D1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A75908-8302-4E62-89B6-5F1B406EB21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21836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643BDE2-6F22-4436-9304-20D49ECBC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5239F758-0586-49DB-9198-5F79FA3697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E5A8E83-8A3D-4946-8075-7866A94454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527352-F2C5-47FC-B91E-E5F0CFA42799}" type="datetimeFigureOut">
              <a:rPr lang="hu-HU" smtClean="0"/>
              <a:t>2026.04.17.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13D1BF1-3B1F-4E9F-B73A-D69E9E870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C091F68-E13B-44DE-99EC-CD53B7524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A75908-8302-4E62-89B6-5F1B406EB21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325957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DE8C68FE-E7D2-4895-855A-80B590DAFD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FE3FA054-4834-40BA-BCFB-AEF117774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B7F069F-92FF-4D49-96E0-6415CD1583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527352-F2C5-47FC-B91E-E5F0CFA42799}" type="datetimeFigureOut">
              <a:rPr lang="hu-HU" smtClean="0"/>
              <a:t>2026.04.17.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BDCD5551-AC64-4B3E-A30C-2C02607B79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604DB05-5609-41F8-BEBC-F5B8A74E6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A75908-8302-4E62-89B6-5F1B406EB21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031256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7FF">
            <a:alpha val="26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C88ED0DE-311A-49A7-B7CB-ED95D351C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92B626C-2FB8-4D9E-9A9D-B84A09D28F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F4135D9-3564-4046-BB10-79CA83F5ACE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527352-F2C5-47FC-B91E-E5F0CFA42799}" type="datetimeFigureOut">
              <a:rPr lang="hu-HU" smtClean="0"/>
              <a:t>2026.04.17.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7A1EFF7-11C0-493A-A683-F3FAC6D110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8A1FD10-73EA-4BD0-83B7-F32D0957A7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A75908-8302-4E62-89B6-5F1B406EB21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750619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ernandezGeovanyAttila1/allgamesforyou.hu2" TargetMode="External"/><Relationship Id="rId2" Type="http://schemas.openxmlformats.org/officeDocument/2006/relationships/hyperlink" Target="http://allgamesforyou.hu/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FF8F658-4C25-4C95-901E-77CFFC050F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3533527"/>
          </a:xfrm>
        </p:spPr>
        <p:txBody>
          <a:bodyPr/>
          <a:lstStyle/>
          <a:p>
            <a:r>
              <a:rPr lang="hu-HU" dirty="0">
                <a:solidFill>
                  <a:srgbClr val="4C216D"/>
                </a:solidFill>
                <a:latin typeface="Arial Black" panose="020B0A04020102020204" pitchFamily="34" charset="0"/>
              </a:rPr>
              <a:t>Vizsgaremek </a:t>
            </a:r>
            <a:br>
              <a:rPr lang="hu-HU" dirty="0">
                <a:solidFill>
                  <a:srgbClr val="4C216D"/>
                </a:solidFill>
                <a:latin typeface="Arial Black" panose="020B0A04020102020204" pitchFamily="34" charset="0"/>
              </a:rPr>
            </a:br>
            <a:r>
              <a:rPr lang="hu-HU" dirty="0">
                <a:solidFill>
                  <a:srgbClr val="4C216D"/>
                </a:solidFill>
                <a:latin typeface="Arial Black" panose="020B0A04020102020204" pitchFamily="34" charset="0"/>
              </a:rPr>
              <a:t>– </a:t>
            </a:r>
            <a:br>
              <a:rPr lang="hu-HU" dirty="0">
                <a:solidFill>
                  <a:srgbClr val="4C216D"/>
                </a:solidFill>
                <a:latin typeface="Arial Black" panose="020B0A04020102020204" pitchFamily="34" charset="0"/>
              </a:rPr>
            </a:br>
            <a:r>
              <a:rPr lang="hu-HU" dirty="0">
                <a:solidFill>
                  <a:srgbClr val="4C216D"/>
                </a:solidFill>
                <a:latin typeface="Arial Black" panose="020B0A04020102020204" pitchFamily="34" charset="0"/>
              </a:rPr>
              <a:t>allgamesforyou.hu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2CF4607E-AC93-4359-ADDB-82575DC7DF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907757"/>
            <a:ext cx="9144000" cy="1655762"/>
          </a:xfrm>
        </p:spPr>
        <p:txBody>
          <a:bodyPr>
            <a:normAutofit/>
          </a:bodyPr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1324990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091B06D-E961-417F-AAB6-F3EEC0ABA7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442" y="367174"/>
            <a:ext cx="10515600" cy="1325563"/>
          </a:xfrm>
        </p:spPr>
        <p:txBody>
          <a:bodyPr/>
          <a:lstStyle/>
          <a:p>
            <a:r>
              <a:rPr lang="hu-HU" dirty="0">
                <a:solidFill>
                  <a:srgbClr val="4C216D"/>
                </a:solidFill>
                <a:latin typeface="Arial Black" panose="020B0A04020102020204" pitchFamily="34" charset="0"/>
              </a:rPr>
              <a:t>Témakör</a:t>
            </a:r>
            <a:r>
              <a:rPr lang="hu-HU" dirty="0">
                <a:solidFill>
                  <a:srgbClr val="4C216D"/>
                </a:solidFill>
              </a:rPr>
              <a:t> </a:t>
            </a:r>
            <a:r>
              <a:rPr lang="hu-HU" dirty="0">
                <a:solidFill>
                  <a:srgbClr val="4C216D"/>
                </a:solidFill>
                <a:latin typeface="Arial Black" panose="020B0A04020102020204" pitchFamily="34" charset="0"/>
              </a:rPr>
              <a:t>választás indoklása</a:t>
            </a:r>
            <a:endParaRPr lang="hu-HU" dirty="0">
              <a:solidFill>
                <a:srgbClr val="4C216D"/>
              </a:solidFill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E900E56-B86F-44CA-BA9F-B361F7689E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02459"/>
          </a:xfrm>
        </p:spPr>
        <p:txBody>
          <a:bodyPr>
            <a:normAutofit/>
          </a:bodyPr>
          <a:lstStyle/>
          <a:p>
            <a:pPr>
              <a:buClr>
                <a:srgbClr val="7030A0"/>
              </a:buClr>
              <a:buFont typeface="Wingdings" panose="05000000000000000000" pitchFamily="2" charset="2"/>
              <a:buChar char="§"/>
            </a:pPr>
            <a:r>
              <a:rPr lang="hu-HU" sz="3600" dirty="0"/>
              <a:t>Mobilon is kompatibilis</a:t>
            </a:r>
          </a:p>
          <a:p>
            <a:pPr>
              <a:buClr>
                <a:srgbClr val="7030A0"/>
              </a:buClr>
              <a:buFont typeface="Wingdings" panose="05000000000000000000" pitchFamily="2" charset="2"/>
              <a:buChar char="§"/>
            </a:pPr>
            <a:r>
              <a:rPr lang="hu-HU" sz="3600" dirty="0"/>
              <a:t>Ingyenes játék keresés és vélemény megosztó felület</a:t>
            </a:r>
          </a:p>
          <a:p>
            <a:pPr>
              <a:buClr>
                <a:srgbClr val="7030A0"/>
              </a:buClr>
              <a:buFont typeface="Wingdings" panose="05000000000000000000" pitchFamily="2" charset="2"/>
              <a:buChar char="§"/>
            </a:pPr>
            <a:r>
              <a:rPr lang="hu-HU" sz="3600" dirty="0"/>
              <a:t>Gyors, egyszerű , tiszta és átlátható a stílusa</a:t>
            </a:r>
          </a:p>
        </p:txBody>
      </p:sp>
      <p:pic>
        <p:nvPicPr>
          <p:cNvPr id="1026" name="Picture 2" descr="http://allgamesforyou.hu/imgandgifs/catlogo.png">
            <a:extLst>
              <a:ext uri="{FF2B5EF4-FFF2-40B4-BE49-F238E27FC236}">
                <a16:creationId xmlns:a16="http://schemas.microsoft.com/office/drawing/2014/main" id="{1A31E998-F8B0-499C-BD0F-D2C3E8A4B125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3674" y="1692737"/>
            <a:ext cx="5181600" cy="3472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69033292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6" dur="180" accel="50000">
                                          <p:stCondLst>
                                            <p:cond delay="182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1822" tmFilter="0,0; 0.14,0.31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+0.2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78">
                                          <p:stCondLst>
                                            <p:cond delay="1822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0.25,0.07;0.50,0.2;0.75,0.467;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5000">
                                          <p:val>
                                            <p:strVal val="ppt_y+0.026"/>
                                          </p:val>
                                        </p:tav>
                                        <p:tav tm="10000">
                                          <p:val>
                                            <p:strVal val="ppt_y+0.052"/>
                                          </p:val>
                                        </p:tav>
                                        <p:tav tm="15000">
                                          <p:val>
                                            <p:strVal val="ppt_y+0.078"/>
                                          </p:val>
                                        </p:tav>
                                        <p:tav tm="20000">
                                          <p:val>
                                            <p:strVal val="ppt_y+0.103"/>
                                          </p:val>
                                        </p:tav>
                                        <p:tav tm="30000">
                                          <p:val>
                                            <p:strVal val="ppt_y+0.151"/>
                                          </p:val>
                                        </p:tav>
                                        <p:tav tm="40000">
                                          <p:val>
                                            <p:strVal val="ppt_y+0.196"/>
                                          </p:val>
                                        </p:tav>
                                        <p:tav tm="50000">
                                          <p:val>
                                            <p:strVal val="ppt_y+0.236"/>
                                          </p:val>
                                        </p:tav>
                                        <p:tav tm="60000">
                                          <p:val>
                                            <p:strVal val="ppt_y+0.270"/>
                                          </p:val>
                                        </p:tav>
                                        <p:tav tm="70000">
                                          <p:val>
                                            <p:strVal val="ppt_y+0.297"/>
                                          </p:val>
                                        </p:tav>
                                        <p:tav tm="80000">
                                          <p:val>
                                            <p:strVal val="ppt_y+0.317"/>
                                          </p:val>
                                        </p:tav>
                                        <p:tav tm="90000">
                                          <p:val>
                                            <p:strVal val="ppt_y+0.329"/>
                                          </p:val>
                                        </p:tav>
                                        <p:tav tm="100000">
                                          <p:val>
                                            <p:strVal val="ppt_y+0.33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">
                                          <p:val>
                                            <p:strVal val="ppt_y-0.034"/>
                                          </p:val>
                                        </p:tav>
                                        <p:tav tm="20000">
                                          <p:val>
                                            <p:strVal val="ppt_y-0.065"/>
                                          </p:val>
                                        </p:tav>
                                        <p:tav tm="30000">
                                          <p:val>
                                            <p:strVal val="ppt_y-0.090"/>
                                          </p:val>
                                        </p:tav>
                                        <p:tav tm="40000">
                                          <p:val>
                                            <p:strVal val="ppt_y-0.106"/>
                                          </p:val>
                                        </p:tav>
                                        <p:tav tm="50000">
                                          <p:val>
                                            <p:strVal val="ppt_y-0.111"/>
                                          </p:val>
                                        </p:tav>
                                        <p:tav tm="60000">
                                          <p:val>
                                            <p:strVal val="ppt_y-0.106"/>
                                          </p:val>
                                        </p:tav>
                                        <p:tav tm="70000">
                                          <p:val>
                                            <p:strVal val="ppt_y-0.090"/>
                                          </p:val>
                                        </p:tav>
                                        <p:tav tm="80000">
                                          <p:val>
                                            <p:strVal val="ppt_y-0.065"/>
                                          </p:val>
                                        </p:tav>
                                        <p:tav tm="90000">
                                          <p:val>
                                            <p:strVal val="ppt_y-0.034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">
                                          <p:val>
                                            <p:strVal val="ppt_y-0.011"/>
                                          </p:val>
                                        </p:tav>
                                        <p:tav tm="20000">
                                          <p:val>
                                            <p:strVal val="ppt_y-0.022"/>
                                          </p:val>
                                        </p:tav>
                                        <p:tav tm="30000">
                                          <p:val>
                                            <p:strVal val="ppt_y-0.030"/>
                                          </p:val>
                                        </p:tav>
                                        <p:tav tm="40000">
                                          <p:val>
                                            <p:strVal val="ppt_y-0.035"/>
                                          </p:val>
                                        </p:tav>
                                        <p:tav tm="50000">
                                          <p:val>
                                            <p:strVal val="ppt_y-0.037"/>
                                          </p:val>
                                        </p:tav>
                                        <p:tav tm="60000">
                                          <p:val>
                                            <p:strVal val="ppt_y-0.035"/>
                                          </p:val>
                                        </p:tav>
                                        <p:tav tm="70000">
                                          <p:val>
                                            <p:strVal val="ppt_y-0.030"/>
                                          </p:val>
                                        </p:tav>
                                        <p:tav tm="80000">
                                          <p:val>
                                            <p:strVal val="ppt_y-0.022"/>
                                          </p:val>
                                        </p:tav>
                                        <p:tav tm="90000">
                                          <p:val>
                                            <p:strVal val="ppt_y-0.011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">
                                          <p:val>
                                            <p:strVal val="ppt_y-0.004"/>
                                          </p:val>
                                        </p:tav>
                                        <p:tav tm="20000">
                                          <p:val>
                                            <p:strVal val="ppt_y-0.007"/>
                                          </p:val>
                                        </p:tav>
                                        <p:tav tm="30000">
                                          <p:val>
                                            <p:strVal val="ppt_y-0.010"/>
                                          </p:val>
                                        </p:tav>
                                        <p:tav tm="40000">
                                          <p:val>
                                            <p:strVal val="ppt_y-0.012"/>
                                          </p:val>
                                        </p:tav>
                                        <p:tav tm="50000">
                                          <p:val>
                                            <p:strVal val="ppt_y-0.0123"/>
                                          </p:val>
                                        </p:tav>
                                        <p:tav tm="60000">
                                          <p:val>
                                            <p:strVal val="ppt_y-0.012"/>
                                          </p:val>
                                        </p:tav>
                                        <p:tav tm="70000">
                                          <p:val>
                                            <p:strVal val="ppt_y-0.010"/>
                                          </p:val>
                                        </p:tav>
                                        <p:tav tm="80000">
                                          <p:val>
                                            <p:strVal val="ppt_y-0.007"/>
                                          </p:val>
                                        </p:tav>
                                        <p:tav tm="90000">
                                          <p:val>
                                            <p:strVal val="ppt_y-0.004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80" accel="50000">
                                          <p:stCondLst>
                                            <p:cond delay="182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ppt_h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4" dur="26">
                                          <p:stCondLst>
                                            <p:cond delay="62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5" dur="166" decel="50000">
                                          <p:stCondLst>
                                            <p:cond delay="646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6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7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8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9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0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1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</p:cBhvr>
                                      <p:to x="100000" y="100000"/>
                                    </p:animScale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5" dur="2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0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5" dur="2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091B06D-E961-417F-AAB6-F3EEC0ABA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rgbClr val="4C216D"/>
                </a:solidFill>
                <a:latin typeface="Arial Black" panose="020B0A04020102020204" pitchFamily="34" charset="0"/>
              </a:rPr>
              <a:t>Fejlesztési eszközök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E900E56-B86F-44CA-BA9F-B361F7689E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607637"/>
            <a:ext cx="5181600" cy="435133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hu-HU" sz="4000" dirty="0"/>
              <a:t>Weboldal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042F4564-E7C6-4FA8-993C-35AA7E4918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62011" y="1376780"/>
            <a:ext cx="5181600" cy="435133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hu-HU" sz="4000" dirty="0"/>
              <a:t>Környezet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739A236F-1002-4EE7-92B7-8EDFA62EAA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885" y="1941414"/>
            <a:ext cx="4709126" cy="28679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>
            <a:extLst>
              <a:ext uri="{FF2B5EF4-FFF2-40B4-BE49-F238E27FC236}">
                <a16:creationId xmlns:a16="http://schemas.microsoft.com/office/drawing/2014/main" id="{0C24A661-70C8-45B8-B0E6-AD0B17EC6D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6011" y="2024465"/>
            <a:ext cx="2273197" cy="22731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>
            <a:extLst>
              <a:ext uri="{FF2B5EF4-FFF2-40B4-BE49-F238E27FC236}">
                <a16:creationId xmlns:a16="http://schemas.microsoft.com/office/drawing/2014/main" id="{CD273A30-CD8F-4E9B-973B-29715B94C3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4849" y="4504178"/>
            <a:ext cx="2273198" cy="22731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File:XAMPP Logo.png - Wikimedia Commons">
            <a:extLst>
              <a:ext uri="{FF2B5EF4-FFF2-40B4-BE49-F238E27FC236}">
                <a16:creationId xmlns:a16="http://schemas.microsoft.com/office/drawing/2014/main" id="{B101228F-FCD9-4B78-AE24-50D3FF01B5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44696" y="4710823"/>
            <a:ext cx="1833043" cy="1858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AutoShape 2" descr="Visual Studio Code Vector Logo - Download Free SVG Icon | Worldvectorlogo">
            <a:extLst>
              <a:ext uri="{FF2B5EF4-FFF2-40B4-BE49-F238E27FC236}">
                <a16:creationId xmlns:a16="http://schemas.microsoft.com/office/drawing/2014/main" id="{D13D6876-30CB-4529-9B4D-38ABA8B54B5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pic>
        <p:nvPicPr>
          <p:cNvPr id="1036" name="Picture 12">
            <a:extLst>
              <a:ext uri="{FF2B5EF4-FFF2-40B4-BE49-F238E27FC236}">
                <a16:creationId xmlns:a16="http://schemas.microsoft.com/office/drawing/2014/main" id="{4EC49D50-185F-4971-B90C-9E2962E9A2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2819" y="2503474"/>
            <a:ext cx="1576334" cy="15462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Github Logo - Free social media icons">
            <a:extLst>
              <a:ext uri="{FF2B5EF4-FFF2-40B4-BE49-F238E27FC236}">
                <a16:creationId xmlns:a16="http://schemas.microsoft.com/office/drawing/2014/main" id="{B50ED7AB-0267-420B-BE1A-39C2844A53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39115" y="2963002"/>
            <a:ext cx="1747821" cy="17478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File:Windows logo - 2012.svg - Wikimedia Commons">
            <a:extLst>
              <a:ext uri="{FF2B5EF4-FFF2-40B4-BE49-F238E27FC236}">
                <a16:creationId xmlns:a16="http://schemas.microsoft.com/office/drawing/2014/main" id="{EA507207-1E5F-4354-A301-AD988500F8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1030" y="4779412"/>
            <a:ext cx="1546250" cy="154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96151356"/>
      </p:ext>
    </p:extLst>
  </p:cSld>
  <p:clrMapOvr>
    <a:masterClrMapping/>
  </p:clrMapOvr>
  <p:transition spd="slow">
    <p:cov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091B06D-E961-417F-AAB6-F3EEC0ABA7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2990"/>
            <a:ext cx="10515600" cy="1325563"/>
          </a:xfrm>
        </p:spPr>
        <p:txBody>
          <a:bodyPr/>
          <a:lstStyle/>
          <a:p>
            <a:r>
              <a:rPr lang="hu-HU" dirty="0">
                <a:solidFill>
                  <a:srgbClr val="4C216D"/>
                </a:solidFill>
                <a:latin typeface="Arial Black" panose="020B0A04020102020204" pitchFamily="34" charset="0"/>
              </a:rPr>
              <a:t>Adatbázis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E900E56-B86F-44CA-BA9F-B361F7689E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042F4564-E7C6-4FA8-993C-35AA7E4918E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2052" name="Picture 4" descr="connection_database.png">
            <a:extLst>
              <a:ext uri="{FF2B5EF4-FFF2-40B4-BE49-F238E27FC236}">
                <a16:creationId xmlns:a16="http://schemas.microsoft.com/office/drawing/2014/main" id="{FC1DC214-0FCD-48C8-B1F1-5621ECE039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965633"/>
            <a:ext cx="12192000" cy="63865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D2774F1E-B75D-4676-AB0B-922DCA6AB2D2}"/>
              </a:ext>
            </a:extLst>
          </p:cNvPr>
          <p:cNvSpPr txBox="1"/>
          <p:nvPr/>
        </p:nvSpPr>
        <p:spPr>
          <a:xfrm>
            <a:off x="3785937" y="1034972"/>
            <a:ext cx="21215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4C216D"/>
                </a:solidFill>
                <a:latin typeface="Arial Black" panose="020B0A04020102020204" pitchFamily="34" charset="0"/>
              </a:rPr>
              <a:t>Megjegyzések</a:t>
            </a: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F35D386C-04A2-484F-9812-362D30369115}"/>
              </a:ext>
            </a:extLst>
          </p:cNvPr>
          <p:cNvSpPr txBox="1"/>
          <p:nvPr/>
        </p:nvSpPr>
        <p:spPr>
          <a:xfrm>
            <a:off x="5035216" y="1781376"/>
            <a:ext cx="21215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4C216D"/>
                </a:solidFill>
                <a:latin typeface="Arial Black" panose="020B0A04020102020204" pitchFamily="34" charset="0"/>
              </a:rPr>
              <a:t>Felhasználó</a:t>
            </a:r>
          </a:p>
        </p:txBody>
      </p:sp>
      <p:sp>
        <p:nvSpPr>
          <p:cNvPr id="13" name="Szövegdoboz 12">
            <a:extLst>
              <a:ext uri="{FF2B5EF4-FFF2-40B4-BE49-F238E27FC236}">
                <a16:creationId xmlns:a16="http://schemas.microsoft.com/office/drawing/2014/main" id="{77996513-26C2-42A7-BE44-02ECC4CEFA28}"/>
              </a:ext>
            </a:extLst>
          </p:cNvPr>
          <p:cNvSpPr txBox="1"/>
          <p:nvPr/>
        </p:nvSpPr>
        <p:spPr>
          <a:xfrm>
            <a:off x="10689056" y="1143686"/>
            <a:ext cx="21215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4C216D"/>
                </a:solidFill>
                <a:latin typeface="Arial Black" panose="020B0A04020102020204" pitchFamily="34" charset="0"/>
              </a:rPr>
              <a:t>Kedvenc játékok</a:t>
            </a:r>
          </a:p>
        </p:txBody>
      </p:sp>
      <p:sp>
        <p:nvSpPr>
          <p:cNvPr id="14" name="Szövegdoboz 13">
            <a:extLst>
              <a:ext uri="{FF2B5EF4-FFF2-40B4-BE49-F238E27FC236}">
                <a16:creationId xmlns:a16="http://schemas.microsoft.com/office/drawing/2014/main" id="{7059361D-9D62-4D47-A77B-8349F8CABF44}"/>
              </a:ext>
            </a:extLst>
          </p:cNvPr>
          <p:cNvSpPr txBox="1"/>
          <p:nvPr/>
        </p:nvSpPr>
        <p:spPr>
          <a:xfrm>
            <a:off x="9085848" y="2782669"/>
            <a:ext cx="21215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 err="1">
                <a:solidFill>
                  <a:srgbClr val="4C216D"/>
                </a:solidFill>
                <a:latin typeface="Arial Black" panose="020B0A04020102020204" pitchFamily="34" charset="0"/>
              </a:rPr>
              <a:t>Arcade</a:t>
            </a:r>
            <a:r>
              <a:rPr lang="hu-HU" dirty="0">
                <a:solidFill>
                  <a:srgbClr val="4C216D"/>
                </a:solidFill>
                <a:latin typeface="Arial Black" panose="020B0A04020102020204" pitchFamily="34" charset="0"/>
              </a:rPr>
              <a:t> játék az oldalon</a:t>
            </a:r>
          </a:p>
        </p:txBody>
      </p:sp>
      <p:sp>
        <p:nvSpPr>
          <p:cNvPr id="15" name="Szövegdoboz 14">
            <a:extLst>
              <a:ext uri="{FF2B5EF4-FFF2-40B4-BE49-F238E27FC236}">
                <a16:creationId xmlns:a16="http://schemas.microsoft.com/office/drawing/2014/main" id="{5935FBA9-7D05-4A9F-B1F2-9B731A2A62BD}"/>
              </a:ext>
            </a:extLst>
          </p:cNvPr>
          <p:cNvSpPr txBox="1"/>
          <p:nvPr/>
        </p:nvSpPr>
        <p:spPr>
          <a:xfrm>
            <a:off x="8285747" y="4636425"/>
            <a:ext cx="21215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4C216D"/>
                </a:solidFill>
                <a:latin typeface="Arial Black" panose="020B0A04020102020204" pitchFamily="34" charset="0"/>
              </a:rPr>
              <a:t>Játékok értékelése</a:t>
            </a:r>
          </a:p>
        </p:txBody>
      </p:sp>
      <p:sp>
        <p:nvSpPr>
          <p:cNvPr id="16" name="Szövegdoboz 15">
            <a:extLst>
              <a:ext uri="{FF2B5EF4-FFF2-40B4-BE49-F238E27FC236}">
                <a16:creationId xmlns:a16="http://schemas.microsoft.com/office/drawing/2014/main" id="{9E59FCD0-D7E9-46B4-B0AB-0B42F100C97D}"/>
              </a:ext>
            </a:extLst>
          </p:cNvPr>
          <p:cNvSpPr txBox="1"/>
          <p:nvPr/>
        </p:nvSpPr>
        <p:spPr>
          <a:xfrm>
            <a:off x="5378116" y="4675465"/>
            <a:ext cx="21215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4C216D"/>
                </a:solidFill>
                <a:latin typeface="Arial Black" panose="020B0A04020102020204" pitchFamily="34" charset="0"/>
              </a:rPr>
              <a:t>Játékok</a:t>
            </a:r>
          </a:p>
        </p:txBody>
      </p:sp>
      <p:sp>
        <p:nvSpPr>
          <p:cNvPr id="17" name="Szövegdoboz 16">
            <a:extLst>
              <a:ext uri="{FF2B5EF4-FFF2-40B4-BE49-F238E27FC236}">
                <a16:creationId xmlns:a16="http://schemas.microsoft.com/office/drawing/2014/main" id="{D07DD5DC-B6FD-4E97-A700-2CB0D9FD76B0}"/>
              </a:ext>
            </a:extLst>
          </p:cNvPr>
          <p:cNvSpPr txBox="1"/>
          <p:nvPr/>
        </p:nvSpPr>
        <p:spPr>
          <a:xfrm>
            <a:off x="1664369" y="6373275"/>
            <a:ext cx="21215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4C216D"/>
                </a:solidFill>
                <a:latin typeface="Arial Black" panose="020B0A04020102020204" pitchFamily="34" charset="0"/>
              </a:rPr>
              <a:t>Játékok kategóriái</a:t>
            </a:r>
          </a:p>
        </p:txBody>
      </p:sp>
      <p:sp>
        <p:nvSpPr>
          <p:cNvPr id="18" name="Szövegdoboz 17">
            <a:extLst>
              <a:ext uri="{FF2B5EF4-FFF2-40B4-BE49-F238E27FC236}">
                <a16:creationId xmlns:a16="http://schemas.microsoft.com/office/drawing/2014/main" id="{C595558A-57BE-44E8-86CA-12D43EC4401F}"/>
              </a:ext>
            </a:extLst>
          </p:cNvPr>
          <p:cNvSpPr txBox="1"/>
          <p:nvPr/>
        </p:nvSpPr>
        <p:spPr>
          <a:xfrm>
            <a:off x="1990225" y="3244334"/>
            <a:ext cx="27351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4C216D"/>
                </a:solidFill>
                <a:latin typeface="Arial Black" panose="020B0A04020102020204" pitchFamily="34" charset="0"/>
              </a:rPr>
              <a:t>Jelentések/</a:t>
            </a:r>
            <a:r>
              <a:rPr lang="hu-HU" dirty="0" err="1">
                <a:solidFill>
                  <a:srgbClr val="4C216D"/>
                </a:solidFill>
                <a:latin typeface="Arial Black" panose="020B0A04020102020204" pitchFamily="34" charset="0"/>
              </a:rPr>
              <a:t>reports</a:t>
            </a:r>
            <a:endParaRPr lang="hu-HU" dirty="0">
              <a:solidFill>
                <a:srgbClr val="4C216D"/>
              </a:solidFill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8831184"/>
      </p:ext>
    </p:extLst>
  </p:cSld>
  <p:clrMapOvr>
    <a:masterClrMapping/>
  </p:clrMapOvr>
  <p:transition spd="slow">
    <p:cov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091B06D-E961-417F-AAB6-F3EEC0ABA7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652" y="333041"/>
            <a:ext cx="10515600" cy="1325563"/>
          </a:xfrm>
        </p:spPr>
        <p:txBody>
          <a:bodyPr/>
          <a:lstStyle/>
          <a:p>
            <a:r>
              <a:rPr lang="hu-HU" dirty="0">
                <a:solidFill>
                  <a:srgbClr val="4C216D"/>
                </a:solidFill>
                <a:latin typeface="Arial Black" panose="020B0A04020102020204" pitchFamily="34" charset="0"/>
              </a:rPr>
              <a:t>Belépési algoritmus az oldalon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E900E56-B86F-44CA-BA9F-B361F7689E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042F4564-E7C6-4FA8-993C-35AA7E4918E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EF19B17-5F9E-4C8D-9A2C-EAC67C32A3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34712" y="1909803"/>
            <a:ext cx="12909024" cy="4948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874176"/>
      </p:ext>
    </p:extLst>
  </p:cSld>
  <p:clrMapOvr>
    <a:masterClrMapping/>
  </p:clrMapOvr>
  <p:transition spd="slow">
    <p:cov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091B06D-E961-417F-AAB6-F3EEC0ABA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rgbClr val="4C216D"/>
                </a:solidFill>
                <a:latin typeface="Arial Black" panose="020B0A04020102020204" pitchFamily="34" charset="0"/>
              </a:rPr>
              <a:t>Oldal megtekintése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E900E56-B86F-44CA-BA9F-B361F7689E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11032958" cy="4351338"/>
          </a:xfrm>
        </p:spPr>
        <p:txBody>
          <a:bodyPr/>
          <a:lstStyle/>
          <a:p>
            <a:r>
              <a:rPr lang="hu-HU" dirty="0"/>
              <a:t>A szoftver megtekintése: </a:t>
            </a:r>
            <a:r>
              <a:rPr lang="hu-HU" dirty="0">
                <a:hlinkClick r:id="rId2"/>
              </a:rPr>
              <a:t>http://allgamesforyou.hu/</a:t>
            </a:r>
            <a:endParaRPr lang="hu-HU" dirty="0"/>
          </a:p>
          <a:p>
            <a:r>
              <a:rPr lang="hu-HU" dirty="0"/>
              <a:t>A kód megtekintése: </a:t>
            </a:r>
            <a:r>
              <a:rPr lang="hu-HU" dirty="0">
                <a:hlinkClick r:id="rId3"/>
              </a:rPr>
              <a:t>https://github.com/HernandezGeovanyAttila1/allgamesforyou.hu2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285144113"/>
      </p:ext>
    </p:extLst>
  </p:cSld>
  <p:clrMapOvr>
    <a:masterClrMapping/>
  </p:clrMapOvr>
  <p:transition spd="slow">
    <p:cover/>
  </p:transition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81</Words>
  <Application>Microsoft Office PowerPoint</Application>
  <PresentationFormat>Szélesvásznú</PresentationFormat>
  <Paragraphs>21</Paragraphs>
  <Slides>6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6</vt:i4>
      </vt:variant>
    </vt:vector>
  </HeadingPairs>
  <TitlesOfParts>
    <vt:vector size="12" baseType="lpstr">
      <vt:lpstr>Arial</vt:lpstr>
      <vt:lpstr>Arial Black</vt:lpstr>
      <vt:lpstr>Calibri</vt:lpstr>
      <vt:lpstr>Calibri Light</vt:lpstr>
      <vt:lpstr>Wingdings</vt:lpstr>
      <vt:lpstr>Office-téma</vt:lpstr>
      <vt:lpstr>Vizsgaremek  –  allgamesforyou.hu</vt:lpstr>
      <vt:lpstr>Témakör választás indoklása</vt:lpstr>
      <vt:lpstr>Fejlesztési eszközök</vt:lpstr>
      <vt:lpstr>Adatbázis</vt:lpstr>
      <vt:lpstr>Belépési algoritmus az oldalon</vt:lpstr>
      <vt:lpstr>Oldal megtekintése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All Games For You</dc:title>
  <dc:creator>Bodnár Krisztina</dc:creator>
  <cp:lastModifiedBy>Bodnár Krisztina</cp:lastModifiedBy>
  <cp:revision>15</cp:revision>
  <dcterms:created xsi:type="dcterms:W3CDTF">2026-04-14T11:45:54Z</dcterms:created>
  <dcterms:modified xsi:type="dcterms:W3CDTF">2026-04-17T06:16:19Z</dcterms:modified>
</cp:coreProperties>
</file>